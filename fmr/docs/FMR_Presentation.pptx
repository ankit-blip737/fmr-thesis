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4400">
                <a:solidFill>
                  <a:srgbClr val="0F172A"/>
                </a:solidFill>
              </a:defRPr>
            </a:pPr>
            <a:r>
              <a:t>Faithful Medical Reasoning (FMR)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334155"/>
                </a:solidFill>
              </a:defRPr>
            </a:pPr>
            <a:r>
              <a:t>A Safety Framework for Medical AI</a:t>
            </a:r>
            <a:br/>
            <a:r>
              <a:t>Ankit Kumar · B.Tech Thesis · Department of Computer Science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182880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The Clinical Problem: Confident but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The Danger of Medical AI Hallucination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Vision-Language Models (VLMs) are increasingly used to interpret medical images.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Hallucination: Models often generate confident diagnoses that are entirely incorrect.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The 'Clever Hans' Effect: Models can answer correctly by memorizing text patterns in the question, without looking at the image.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0896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Grounding Decay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As models use 'Chain-of-Thought' reasoning, they progressively drift away from the visual evidence and rely solely on language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Our Innovation: The FMR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A First-of-its-Kind Safety Auditor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We built FMR — a comprehensive system that audits the AI's thought process.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Instead of blindly increasing accuracy, FMR: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39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1. Measure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Quantifies how faithfully a VLM uses the medical image via a Faithfulness Score (0-1).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2. Detect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Identifies grounding decay (attention drifting away from the image).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9496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3. Gate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Issues a mathematically guaranteed decision: ANSWER (safe) or ABSTAIN (defer).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System Architecture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End-to-End Evaluation Infrastructure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Stage 1: Baselines — Raw accuracy of reasoning vs. non-reasoning models.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Stage 2: Blind Test — Evaluates the model on blank images to detect pure hallucination.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Stage 3: FMR Score — Computes our novel 3-signal faithfulness metric.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Stage 4: Safety Gate — Applies Conformal Prediction to find the safety threshold.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Stage 5: Live API — A FastAPI backend allowing real-time, dynamic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Exposing Hallucination: The Blind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Proving When the Model Ignores the Image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We ask the AI the same clinical question twice: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  1. Once with the real X-ray.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  2. Once with a completely blank (black) image.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0896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The Blind Gap Metric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If the model gives the exact same correct answer on the blank image, it proves the model is guessing from text priors, not diagnosing from visual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The Faithfulness Score (FS)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Fusing Three Independent Signals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Signal A (Image Reliance): We swap the image with counterfactuals (blank, mismatched). A faithful model must change its answer.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Signal B (Spatial Grounding): We extract the AI's internal attention heatmaps and calculate overlap (IoU) with the disease location.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Signal C (Answer Consistency): We query the model 5 times with varying temperature. Grounded models answer consistently.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0896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Fusion Formula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FS = w_A * A + w_B * B + w_C * C (A single score summarizing trustworthiness)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Proving Grounding Decay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More Reasoning != More Faithful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By tracking Signal B across the 'Chain-of-Thought', we proved: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  • Step 1: Model focuses correctly on the disease region.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  • Steps 2-3: Model's attention begins to drift.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  • Steps 4+: Model essentially stops looking at the image and writes from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38328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Core Finding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Our system successfully graphs this decay, proving that forcing an AI to 'think more' can actually increase hallucination.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The Conformal Safety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Distribution-Free Mathematical Guarantees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Calibration: Split the data and define risk tolerance (e.g., max 15% error).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Thresholding: The math finds a precise threshold (τ) that guarantees this error rate.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The Guarantee: With 95% confidence, the system will maintain this safety level on unseen future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0896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Final Decision Rule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FS ≥ τ → ANSWER (Safe to trust)</a:t>
            </a:r>
            <a:br/>
            <a:r>
              <a:t>FS &lt; τ → ABSTAIN (Defer to human physician)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Experimental Setup &amp;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Rigorous Testing Across Multiple Modalities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Mock (Synthetic): Mathematically prove the FMR signals work perfectly.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VQA-RAD: Real clinical radiology (X-rays, CTs, MRIs).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PathVQA: Real pathology microscope slides.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SLAKE: Multi-modal, bilingual clinical imaging.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38328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Infrastructure Built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Executed entirely on NVIDIA T4 GPUs via Google Colab, processing thousands of complex chain-of-thought inference passes.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The Live Clinical API &amp;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Real-Time AI Auditing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Live FastAPI Backend: We engineered a Python server hosting MedVLM-R1.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Dynamic Inference: Doctors can upload unseen X-rays via an Ngrok tunnel.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Interactive Dashboard: Deployed via Vercel to visualize massive datasets (AUROC charts, Risk-Coverage curves).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08960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Real-Time Safety Check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The backend runs all 5 consistency passes live and returns the final FMR score and Conformal Gate decision in 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0F172A"/>
                </a:solidFill>
              </a:defRPr>
            </a:pPr>
            <a:r>
              <a:t>Conclusion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F172A"/>
                </a:solidFill>
              </a:defRPr>
            </a:pPr>
            <a:r>
              <a:t>What We Accomplished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Designed, engineered, and proved a complete end-to-end safety auditor.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By combining Vision-Language Model inference with Conformal Prediction, we proved we can mathematically detect when an AI is hallucinating.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39"/>
            <a:ext cx="822960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The Bottom Line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We provided the medical AI industry with a critical tool: a system that doesn't just ask the AI for an answer, but verifies whether the AI actually looked at the patient before speaking.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